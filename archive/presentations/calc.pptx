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ptos Display"/>
              </a:rPr>
              <a:t>How The Code Produces Ri And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 3-stage view of the pipeline from ranked CSV to final stakeholder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1. Input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52 ranked questions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5 PSID-related sources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final corpus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029968"/>
            <a:ext cx="1828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3172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2. load_dataset()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read CSV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derive selected flag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estimate minutes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029968"/>
            <a:ext cx="1828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3. NLP helpers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parse keywords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tag crisis terms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extract constructs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029968"/>
            <a:ext cx="1828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4. Baseline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compute Ui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compute Bi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rank with Ri = Ui / Bi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2029968"/>
            <a:ext cx="1828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5. Enhanced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TF-IDF rarity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construct bonus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Pi with redundancy penalty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029968"/>
            <a:ext cx="1828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2680" y="1371600"/>
            <a:ext cx="1737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4813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Aptos"/>
              </a:rPr>
              <a:t>6. build_all()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755648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write summary JSON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write dashboard JS</a:t>
            </a:r>
          </a:p>
          <a:p>
            <a:pPr>
              <a:defRPr sz="950">
                <a:solidFill>
                  <a:srgbClr val="6B7280"/>
                </a:solidFill>
                <a:latin typeface="Aptos"/>
              </a:defRPr>
            </a:pPr>
            <a:r>
              <a:t>refresh figures + 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063240"/>
            <a:ext cx="5623560" cy="2468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24612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Aptos"/>
              </a:rPr>
              <a:t>Functions Used In The Calculation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584448"/>
            <a:ext cx="52120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75888"/>
            <a:ext cx="4992624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  <a:latin typeface="Consolas"/>
              </a:rPr>
              <a:t>load_dataset()
parse_keywords()
tag_keywords()
extract_constructs()
compute_augmented_scores()
construct_bonus()
portability_bonus()
build_all()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063240"/>
            <a:ext cx="5440680" cy="246888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246120"/>
            <a:ext cx="2743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Aptos"/>
              </a:rPr>
              <a:t>How The Final Numbers Emerge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584448"/>
            <a:ext cx="49377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Ri is the first-pass utility-to-burden ranking signal.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Pi upgrades Ri by adding rarity, construct priority, richness, portability, and redundancy control.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selected module is then constrained to the 30-minute deployment ceiling.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same code writes the dashboard, report, recommendation bundle, and figure outputs.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41908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Based on generate_psid_artifacts.py and PSID_NLP_Crisis_Module_Structure.py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ptos Display"/>
              </a:rPr>
              <a:t>The Exact Formulas Used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The coefficients below are hard-coded design parameters that generate Ri and 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54406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Aptos"/>
              </a:rPr>
              <a:t>Baseline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4892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4672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E3A5F"/>
                </a:solidFill>
                <a:latin typeface="Consolas"/>
              </a:rPr>
              <a:t>Ri = Ui /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834640"/>
            <a:ext cx="46725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3A5F"/>
                </a:solidFill>
                <a:latin typeface="Consolas"/>
              </a:rPr>
              <a:t>Bi = max(0.10 * word_count + 0.20 * complexity, 0.1)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913632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Ui is the utility signal built from taxonomy-weighted crisis keywords.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Bi is burden from wording length and structural complexity.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ALPHA = 0.10 and BETA = 0.20 come from the notebook support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447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Aptos"/>
              </a:rPr>
              <a:t>Enhanced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828800"/>
            <a:ext cx="50749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20240"/>
            <a:ext cx="485546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3A5F"/>
                </a:solidFill>
                <a:latin typeface="Consolas"/>
              </a:rPr>
              <a:t>Pi = U* / [Bi * (1 + 0.65 * redundancy_scaled)]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889504"/>
            <a:ext cx="5074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980944"/>
            <a:ext cx="48554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3A5F"/>
                </a:solidFill>
                <a:latin typeface="Consolas"/>
              </a:rPr>
              <a:t>U* = Ui * (1 + 0.32 * idf_scaled + 0.24 * construct_scaled + 0.12 * richness_scaled + portability_bonus)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9651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F2937"/>
                </a:solidFill>
                <a:latin typeface="Aptos"/>
              </a:defRPr>
            </a:pPr>
            <a:r>
              <a:t>0.32 rewards lexical rarity through TF-IDF.</a:t>
            </a:r>
          </a:p>
          <a:p>
            <a:pPr>
              <a:defRPr sz="1080">
                <a:solidFill>
                  <a:srgbClr val="1F2937"/>
                </a:solidFill>
                <a:latin typeface="Aptos"/>
              </a:defRPr>
            </a:pPr>
            <a:r>
              <a:t>0.24 rewards construct bonus built from rarity and priority weights.</a:t>
            </a:r>
          </a:p>
          <a:p>
            <a:pPr>
              <a:defRPr sz="1080">
                <a:solidFill>
                  <a:srgbClr val="1F2937"/>
                </a:solidFill>
                <a:latin typeface="Aptos"/>
              </a:defRPr>
            </a:pPr>
            <a:r>
              <a:t>0.12 rewards construct richness.</a:t>
            </a:r>
          </a:p>
          <a:p>
            <a:pPr>
              <a:defRPr sz="1080">
                <a:solidFill>
                  <a:srgbClr val="1F2937"/>
                </a:solidFill>
                <a:latin typeface="Aptos"/>
              </a:defRPr>
            </a:pPr>
            <a:r>
              <a:t>0.65 penalizes high redundancy using cosine similarity.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532120"/>
            <a:ext cx="11292840" cy="6583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724144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These are explicitly coded workflow coefficients, not regression-estimated coefficients. They define how the scoring system weights burden, rarity, construct strength, richness, portability, and redundancy.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641908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Key constants: ALPHA, BETA, SECS_PER_WORD, MAX_SECONDS in PSID_NLP_Crisis_Module_Structure.py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ptos Display"/>
              </a:rPr>
              <a:t>How The Priority Weights Create The Final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The construct-weight dictionary feeds construct_bonus(), which feeds Pi, which drives the final benchmark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37033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520440" cy="48920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611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Aptos"/>
              </a:rPr>
              <a:t>CONSTRUCT_PRIORITY weights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92224"/>
            <a:ext cx="3273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83664"/>
            <a:ext cx="3054096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E3A5F"/>
                </a:solidFill>
                <a:latin typeface="Consolas"/>
              </a:rPr>
              <a:t>CONSTRUCT_PRIORITY = {
  'Trauma / Health': 0.58,
  'Housing / Shelter': 0.55,
  'Government Aid': 0.48,
  'Financial Coping': 0.45,
  'Employment': 0.42,
  'Economic / Income': 0.40,
  'Demographics': 0.14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73168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These values are defined once in code and then averaged inside construct_bonus() for each question's construct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Aptos"/>
              </a:rPr>
              <a:t>construct_bonus()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92224"/>
            <a:ext cx="306324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83664"/>
            <a:ext cx="2843784" cy="19019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  <a:latin typeface="Consolas"/>
              </a:rPr>
              <a:t>rarity = mean(1 / freq) * N
priority = mean(CONSTRUCT_PRIORITY[name])
richness = len(set(constructs))
construct_bonus = rarity + priority + 0.08 * richness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069080"/>
            <a:ext cx="30632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160520"/>
            <a:ext cx="2843784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onsolas"/>
              </a:rPr>
              <a:t>portability_bonus
Generic Core: 0.16 or 0.03
Toggle items: 0.08 or 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4447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Aptos"/>
              </a:rPr>
              <a:t>Validated output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81051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810512"/>
            <a:ext cx="1554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5681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0428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total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81051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1810512"/>
            <a:ext cx="15544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8" y="195681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230428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selected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290779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02752" y="2907792"/>
            <a:ext cx="1554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05409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29.17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0156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minutes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90779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12680" y="2907792"/>
            <a:ext cx="1554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305409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2.079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340156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Avg Ri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2" y="400507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02752" y="4005072"/>
            <a:ext cx="15544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15137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2.452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49884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Avg 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4005072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12680" y="4005072"/>
            <a:ext cx="15544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22408" y="4151376"/>
            <a:ext cx="133502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7.809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4498848"/>
            <a:ext cx="13350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ptos"/>
              </a:rPr>
              <a:t>Max 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52303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B7280"/>
                </a:solidFill>
                <a:latin typeface="Aptos"/>
              </a:rPr>
              <a:t>These are the published benchmark numbers written into psid_artifact_summary.json and reused by the dashboard and report.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641908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Weights: generate_psid_artifacts.py | Constants: PSID_NLP_Crisis_Module_Structure.py | Results: psid_artifact_summary.json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